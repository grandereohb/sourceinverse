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9C4AA-74AD-790E-73E2-AF629FD09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3FB5DC-26D6-D29E-669B-176AF34E6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4004B9-C36A-7A95-7557-D0E61C48E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A3710-3CDF-1FFA-A59D-0491CCB2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FAE1B4-F6C6-3C0B-B5DB-DA037C0A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75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E794A-422B-1FBA-D030-14964A21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9D2418-856C-5F2A-B534-4196B3545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3F70E-6188-1DCA-882A-48A3DB7D0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94604B-3A4D-417C-A82B-CA95218AF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E4335D-117D-8E0A-797A-CF7ECD30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060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24015-05A7-B58B-CB54-A18548A8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29952C-E3A2-677D-9580-FF27F199F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946F83-F079-4D05-2924-DBC0D66C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640661-F41D-D85A-DFDE-A8DDEBCD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E7356B-9F07-E91B-51D9-57B6A0A9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066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211071-CB6A-062D-925B-9FB0315F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66558F-E8C6-A30A-57EE-611381BD1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CBB5E3-5658-E728-18CF-28700D3C2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5EE891-CADB-76DC-2C7C-84D7D8B38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A926E7-2B39-A93E-0550-5AF55D6D8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274D9F-B519-9BEB-0EE3-C6DD14C11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9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83128-DDFE-500A-DDBB-BF6E26B7D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6EF228-2A24-8B1B-13C7-F5F647DCF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13AFD9-CE70-8533-7EB6-BDD326AFD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DBEEE6-C732-1733-6699-8F6CE316E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D21EA4-6A2B-4B23-E405-68CFD5F44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0D1AA8-8838-284A-5BD6-C2421F45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4F772C-66FE-A539-752D-3D9373938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BBDC8D-D9C4-4D9E-4590-003C3F47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19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2B9F4-2C18-48AE-FA96-EE002983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9A76F6-8EC1-E352-15CD-E41EAAE3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9A5AB1-EDA4-94CD-55BE-C650847E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2116FA-B8D0-2475-AE46-B3E2839C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452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F907C0-5BE9-104B-7483-4CE478ED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4FC321-8C29-6E92-65BE-4E909171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B24A40-C5C5-9F9F-3855-593BE7BF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82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E2929-6D94-5898-5DF4-D76529C97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88C35D-59A4-0FB1-6E3F-825D91EBC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5B6299-1CDA-24FD-C3B2-52D9F08AB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AB029E-C433-234B-27FA-3F21D090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D75547-7AE7-9F2F-F3EC-2F474F86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49B72D-D4FD-FCA5-02D1-5936D5A2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48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5C338-3277-CAF3-B6FA-663C47AF2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953AA9-0A70-9017-B99B-6E19156FD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ABF8D6-B709-53A6-463D-7A871EDDB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F5B78F-B3B0-BEBD-0CA9-F7B3E954C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F5377A-CB3E-8089-AB42-C868AA208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20CEE1-85CC-1B47-316B-5765D601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56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B128C-D72D-2DE4-9637-7709E84E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E0489E-D788-D6EE-9EDC-3118A7BA5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C73EA3-90C3-D7F4-DAA1-4EB393B9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8DE7B-F278-FFBF-0904-1240FAD30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820202-AD3A-970D-F513-ABE9A940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39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AB4DFF-5172-8D7E-3C60-CF9438A83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CB1079-E67A-9010-4627-E5457EC68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2CC40-CD58-BF61-CC6A-1F75D9A6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5A1177-8D0C-1F6C-1CE3-4E99CF14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F865F2-AA89-9215-3CEC-E8207DAF7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09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B16E71-F699-EAD4-EA99-5E258547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CCDFB7-1BD2-BB7A-BCBC-15BD8B5AF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A81CC-782B-0AEF-0F42-98A157FCC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4DA5B-3E8F-42A1-B28D-9430A8BFA791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95A68-C18C-7FD3-D60E-D1922A0A8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7EEDF9-EF41-9CD3-7F56-62B656EA9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9E2DD-EB35-4194-B4F4-B2B26B789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808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FFDCDB4-DC71-1531-CAFE-287779F6A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58" y="549973"/>
            <a:ext cx="10028789" cy="30711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51DA268-7CF5-EA15-DEB2-BCAC47697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58" y="3671874"/>
            <a:ext cx="3071126" cy="20042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3B0AE6D-FC20-68E6-6759-06BAF67D6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769" y="3304037"/>
            <a:ext cx="3621449" cy="3246816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9D0A1C0-C39F-8841-8AB9-6749FD7F1F18}"/>
              </a:ext>
            </a:extLst>
          </p:cNvPr>
          <p:cNvCxnSpPr/>
          <p:nvPr/>
        </p:nvCxnSpPr>
        <p:spPr>
          <a:xfrm flipH="1">
            <a:off x="2201594" y="1589649"/>
            <a:ext cx="436098" cy="30843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1CCD4FC-3E11-3C18-44FC-3D14D67A93F5}"/>
              </a:ext>
            </a:extLst>
          </p:cNvPr>
          <p:cNvCxnSpPr/>
          <p:nvPr/>
        </p:nvCxnSpPr>
        <p:spPr>
          <a:xfrm>
            <a:off x="2420221" y="4775982"/>
            <a:ext cx="20462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6405537-5237-4DB9-5736-015599B4EC22}"/>
              </a:ext>
            </a:extLst>
          </p:cNvPr>
          <p:cNvSpPr txBox="1"/>
          <p:nvPr/>
        </p:nvSpPr>
        <p:spPr>
          <a:xfrm>
            <a:off x="8609427" y="3829208"/>
            <a:ext cx="35825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这里只看表名的时间，不用看记录</a:t>
            </a:r>
            <a:endParaRPr lang="en-US" altLang="zh-CN" dirty="0"/>
          </a:p>
          <a:p>
            <a:r>
              <a:rPr lang="zh-CN" altLang="en-US" dirty="0"/>
              <a:t>表名时间段是发生污染事件前后一周</a:t>
            </a:r>
            <a:endParaRPr lang="en-US" altLang="zh-CN" dirty="0"/>
          </a:p>
          <a:p>
            <a:r>
              <a:rPr lang="zh-CN" altLang="en-US" dirty="0"/>
              <a:t>只需要记住发生污染事件日</a:t>
            </a:r>
            <a:r>
              <a:rPr lang="zh-CN" altLang="en-US" b="1" dirty="0"/>
              <a:t>当天和前一天的日期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4E139F7-CEAA-7B2E-FBAF-C1912EF06023}"/>
              </a:ext>
            </a:extLst>
          </p:cNvPr>
          <p:cNvSpPr txBox="1"/>
          <p:nvPr/>
        </p:nvSpPr>
        <p:spPr>
          <a:xfrm>
            <a:off x="8883748" y="5845126"/>
            <a:ext cx="284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如：此事件对应</a:t>
            </a:r>
            <a:r>
              <a:rPr lang="en-US" altLang="zh-CN" b="1" dirty="0">
                <a:solidFill>
                  <a:srgbClr val="FF0000"/>
                </a:solidFill>
              </a:rPr>
              <a:t>3.25~3.26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94AAD68-50AC-F880-928E-4F46784B54E9}"/>
              </a:ext>
            </a:extLst>
          </p:cNvPr>
          <p:cNvCxnSpPr>
            <a:stCxn id="16" idx="1"/>
          </p:cNvCxnSpPr>
          <p:nvPr/>
        </p:nvCxnSpPr>
        <p:spPr>
          <a:xfrm flipH="1" flipV="1">
            <a:off x="7561385" y="5978769"/>
            <a:ext cx="1322363" cy="510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65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091D219-7051-35DF-3AD2-781D532B2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785"/>
            <a:ext cx="10028789" cy="30711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A4A9FC-1090-B25E-51E4-6C2A1930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252"/>
          <a:stretch/>
        </p:blipFill>
        <p:spPr>
          <a:xfrm>
            <a:off x="976209" y="3621099"/>
            <a:ext cx="2800966" cy="2568392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84EA61F-7C7E-262A-A43B-30CC3F60CA85}"/>
              </a:ext>
            </a:extLst>
          </p:cNvPr>
          <p:cNvCxnSpPr/>
          <p:nvPr/>
        </p:nvCxnSpPr>
        <p:spPr>
          <a:xfrm>
            <a:off x="1688123" y="1111348"/>
            <a:ext cx="175846" cy="34747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10C8DF80-A0CB-8472-3928-8BA3DBBF2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055" y="3586777"/>
            <a:ext cx="2114742" cy="2637036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42FE1CF-922C-11B5-A5B2-559BB9732327}"/>
              </a:ext>
            </a:extLst>
          </p:cNvPr>
          <p:cNvCxnSpPr/>
          <p:nvPr/>
        </p:nvCxnSpPr>
        <p:spPr>
          <a:xfrm flipV="1">
            <a:off x="1962443" y="4586068"/>
            <a:ext cx="2229729" cy="4923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089B7F2-5909-A91A-DF16-E80C19920EBA}"/>
              </a:ext>
            </a:extLst>
          </p:cNvPr>
          <p:cNvSpPr txBox="1"/>
          <p:nvPr/>
        </p:nvSpPr>
        <p:spPr>
          <a:xfrm>
            <a:off x="786044" y="6120653"/>
            <a:ext cx="4582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这里是各个监测站的每个月的原始监测数据</a:t>
            </a:r>
            <a:endParaRPr lang="en-US" altLang="zh-CN" dirty="0"/>
          </a:p>
          <a:p>
            <a:r>
              <a:rPr lang="zh-CN" altLang="en-US" dirty="0"/>
              <a:t>是分钟级的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66210CB-C301-FF74-9CFE-4271D59C9784}"/>
              </a:ext>
            </a:extLst>
          </p:cNvPr>
          <p:cNvSpPr txBox="1"/>
          <p:nvPr/>
        </p:nvSpPr>
        <p:spPr>
          <a:xfrm>
            <a:off x="2102852" y="522135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处理前的源数据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952AC6-AFCF-D466-FEF7-5D11BA8F8976}"/>
              </a:ext>
            </a:extLst>
          </p:cNvPr>
          <p:cNvSpPr txBox="1"/>
          <p:nvPr/>
        </p:nvSpPr>
        <p:spPr>
          <a:xfrm>
            <a:off x="1962443" y="4055165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处理后的数据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2812C6D-DB81-EAAB-B8F1-18A3B7CD18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4207"/>
          <a:stretch/>
        </p:blipFill>
        <p:spPr>
          <a:xfrm>
            <a:off x="7316806" y="3865322"/>
            <a:ext cx="3228535" cy="1213115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C4BCC5-2528-79A5-CD53-99856DF9CCE3}"/>
              </a:ext>
            </a:extLst>
          </p:cNvPr>
          <p:cNvCxnSpPr/>
          <p:nvPr/>
        </p:nvCxnSpPr>
        <p:spPr>
          <a:xfrm>
            <a:off x="1617785" y="4239831"/>
            <a:ext cx="5634110" cy="703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016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05A48E-BDBE-53E0-57C4-FE2B5047D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13" y="660910"/>
            <a:ext cx="4678933" cy="262320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97DE9E2-1233-D9C6-CA91-0DCE3CB5AA25}"/>
              </a:ext>
            </a:extLst>
          </p:cNvPr>
          <p:cNvSpPr txBox="1"/>
          <p:nvPr/>
        </p:nvSpPr>
        <p:spPr>
          <a:xfrm>
            <a:off x="5430129" y="1167619"/>
            <a:ext cx="64171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这里我们要将北、东、南三个站点对应时间段的数据拿出来，</a:t>
            </a:r>
            <a:endParaRPr lang="en-US" altLang="zh-CN" dirty="0"/>
          </a:p>
          <a:p>
            <a:r>
              <a:rPr lang="zh-CN" altLang="en-US" dirty="0"/>
              <a:t>合并到一个新建的表格里</a:t>
            </a:r>
            <a:endParaRPr lang="en-US" altLang="zh-CN" dirty="0"/>
          </a:p>
          <a:p>
            <a:r>
              <a:rPr lang="zh-CN" altLang="en-US" dirty="0"/>
              <a:t>比如上面提到的</a:t>
            </a:r>
            <a:r>
              <a:rPr lang="en-US" altLang="zh-CN" b="1" dirty="0">
                <a:solidFill>
                  <a:srgbClr val="FF0000"/>
                </a:solidFill>
              </a:rPr>
              <a:t>3.25~3.26</a:t>
            </a:r>
          </a:p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30AF32-5418-4ADF-E827-0B3C0287E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70" y="3996614"/>
            <a:ext cx="4932242" cy="255588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0BE70D9-B46E-08CF-5460-104CDC1E6222}"/>
              </a:ext>
            </a:extLst>
          </p:cNvPr>
          <p:cNvSpPr txBox="1"/>
          <p:nvPr/>
        </p:nvSpPr>
        <p:spPr>
          <a:xfrm>
            <a:off x="1188720" y="3664634"/>
            <a:ext cx="2943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只需要总烃和时间列的数据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CD8C360-3780-14A7-D847-CD12C62C0FFE}"/>
              </a:ext>
            </a:extLst>
          </p:cNvPr>
          <p:cNvCxnSpPr/>
          <p:nvPr/>
        </p:nvCxnSpPr>
        <p:spPr>
          <a:xfrm flipH="1">
            <a:off x="3587262" y="2367948"/>
            <a:ext cx="647113" cy="22181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3656AC12-A852-7D79-BBF4-B92DA2F67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485" y="3996614"/>
            <a:ext cx="3043854" cy="278643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8642C8E-C7E1-A971-03B1-FBABE3B81878}"/>
              </a:ext>
            </a:extLst>
          </p:cNvPr>
          <p:cNvSpPr txBox="1"/>
          <p:nvPr/>
        </p:nvSpPr>
        <p:spPr>
          <a:xfrm>
            <a:off x="6175717" y="2997615"/>
            <a:ext cx="5598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合并后的分钟级数据，列名由“总烃”分别改为对应的站点代号，北</a:t>
            </a:r>
            <a:r>
              <a:rPr lang="en-US" altLang="zh-CN" dirty="0"/>
              <a:t>-N</a:t>
            </a:r>
            <a:r>
              <a:rPr lang="zh-CN" altLang="en-US" dirty="0"/>
              <a:t>，南</a:t>
            </a:r>
            <a:r>
              <a:rPr lang="en-US" altLang="zh-CN" dirty="0"/>
              <a:t>-S</a:t>
            </a:r>
            <a:r>
              <a:rPr lang="zh-CN" altLang="en-US" dirty="0"/>
              <a:t>，东</a:t>
            </a:r>
            <a:r>
              <a:rPr lang="en-US" altLang="zh-CN" dirty="0"/>
              <a:t>-E</a:t>
            </a:r>
            <a:endParaRPr lang="zh-CN" altLang="en-US" dirty="0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FAC96CAD-1530-C5AA-F06B-612451B93924}"/>
              </a:ext>
            </a:extLst>
          </p:cNvPr>
          <p:cNvSpPr/>
          <p:nvPr/>
        </p:nvSpPr>
        <p:spPr>
          <a:xfrm>
            <a:off x="5598942" y="5240215"/>
            <a:ext cx="654147" cy="3305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8DA6FBC-7273-990E-B8B7-36B4C7050306}"/>
              </a:ext>
            </a:extLst>
          </p:cNvPr>
          <p:cNvSpPr txBox="1"/>
          <p:nvPr/>
        </p:nvSpPr>
        <p:spPr>
          <a:xfrm>
            <a:off x="1433768" y="474343"/>
            <a:ext cx="5601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文件名可以定为方便你自己分辨的，我这里直接用</a:t>
            </a:r>
            <a:r>
              <a:rPr lang="en-US" altLang="zh-CN" dirty="0"/>
              <a:t>test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4DD18A0-01D6-1F60-5AD5-036FD865376C}"/>
              </a:ext>
            </a:extLst>
          </p:cNvPr>
          <p:cNvCxnSpPr/>
          <p:nvPr/>
        </p:nvCxnSpPr>
        <p:spPr>
          <a:xfrm flipH="1">
            <a:off x="1125415" y="843675"/>
            <a:ext cx="1104314" cy="760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7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2E73E6F-F88F-D96F-A17D-5017A6E12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63" y="2155360"/>
            <a:ext cx="3043854" cy="278643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F08D0F8-D5FD-8679-BFDD-3BD65661F38F}"/>
              </a:ext>
            </a:extLst>
          </p:cNvPr>
          <p:cNvSpPr txBox="1"/>
          <p:nvPr/>
        </p:nvSpPr>
        <p:spPr>
          <a:xfrm>
            <a:off x="1703611" y="865164"/>
            <a:ext cx="6295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将分钟级的文件上传</a:t>
            </a:r>
            <a:r>
              <a:rPr lang="en-US" altLang="zh-CN" dirty="0"/>
              <a:t>gpt4o</a:t>
            </a:r>
            <a:r>
              <a:rPr lang="zh-CN" altLang="en-US" dirty="0"/>
              <a:t>，转化为小时级的数据，</a:t>
            </a:r>
            <a:endParaRPr lang="en-US" altLang="zh-CN" dirty="0"/>
          </a:p>
          <a:p>
            <a:r>
              <a:rPr lang="zh-CN" altLang="en-US" dirty="0"/>
              <a:t>可以直接让</a:t>
            </a:r>
            <a:r>
              <a:rPr lang="en-US" altLang="zh-CN" dirty="0" err="1"/>
              <a:t>gpt</a:t>
            </a:r>
            <a:r>
              <a:rPr lang="zh-CN" altLang="en-US" dirty="0"/>
              <a:t>输出处理后的文件，然后我们直接下载就好了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886107C-956A-5178-844B-9B395A6F95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86"/>
          <a:stretch/>
        </p:blipFill>
        <p:spPr>
          <a:xfrm>
            <a:off x="4241410" y="1561490"/>
            <a:ext cx="3836898" cy="3735019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6BB048B9-4935-C55F-DD08-56F639FCDCF0}"/>
              </a:ext>
            </a:extLst>
          </p:cNvPr>
          <p:cNvSpPr/>
          <p:nvPr/>
        </p:nvSpPr>
        <p:spPr>
          <a:xfrm>
            <a:off x="3974123" y="3291840"/>
            <a:ext cx="267287" cy="2461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7992FD5-7177-53EB-9B5C-B96805B7217F}"/>
              </a:ext>
            </a:extLst>
          </p:cNvPr>
          <p:cNvSpPr/>
          <p:nvPr/>
        </p:nvSpPr>
        <p:spPr>
          <a:xfrm>
            <a:off x="8173329" y="3369212"/>
            <a:ext cx="172266" cy="1688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5C5B07C-6B53-40AC-344E-08DC4088F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4299" y="1892104"/>
            <a:ext cx="3086745" cy="36222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FA4CDD9-6FA5-78B8-2B02-386748C1C3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4207"/>
          <a:stretch/>
        </p:blipFill>
        <p:spPr>
          <a:xfrm>
            <a:off x="8345595" y="258606"/>
            <a:ext cx="3228535" cy="1213115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065E363-2FB2-0674-A9D7-04DB28C9FEFD}"/>
              </a:ext>
            </a:extLst>
          </p:cNvPr>
          <p:cNvCxnSpPr/>
          <p:nvPr/>
        </p:nvCxnSpPr>
        <p:spPr>
          <a:xfrm>
            <a:off x="10072468" y="865164"/>
            <a:ext cx="0" cy="10269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87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21FC094-BC33-32BA-823C-0BF84E3CFE57}"/>
              </a:ext>
            </a:extLst>
          </p:cNvPr>
          <p:cNvSpPr txBox="1"/>
          <p:nvPr/>
        </p:nvSpPr>
        <p:spPr>
          <a:xfrm>
            <a:off x="4290646" y="41499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收集风速风向数据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80F7A9-E726-D778-C6C4-F5B3D8B340FF}"/>
              </a:ext>
            </a:extLst>
          </p:cNvPr>
          <p:cNvSpPr txBox="1"/>
          <p:nvPr/>
        </p:nvSpPr>
        <p:spPr>
          <a:xfrm>
            <a:off x="359818" y="968761"/>
            <a:ext cx="7390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链接：</a:t>
            </a:r>
            <a:r>
              <a:rPr lang="en-US" altLang="zh-CN" dirty="0"/>
              <a:t>https://q-weather.info/weather/58352/history/?date=2024-03-26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D21089F-FF99-B280-60C0-A0E3551EC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88" y="2589463"/>
            <a:ext cx="4464146" cy="414527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2B47D4C-0A6E-62FD-B6AE-617F39C15163}"/>
              </a:ext>
            </a:extLst>
          </p:cNvPr>
          <p:cNvSpPr txBox="1"/>
          <p:nvPr/>
        </p:nvSpPr>
        <p:spPr>
          <a:xfrm>
            <a:off x="359818" y="1574034"/>
            <a:ext cx="76001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需要记录对应时间段的风速数据（如</a:t>
            </a:r>
            <a:r>
              <a:rPr lang="en-US" altLang="zh-CN" dirty="0"/>
              <a:t>3.25~3.26</a:t>
            </a:r>
            <a:r>
              <a:rPr lang="zh-CN" altLang="en-US" dirty="0"/>
              <a:t>），</a:t>
            </a:r>
            <a:endParaRPr lang="en-US" altLang="zh-CN" dirty="0"/>
          </a:p>
          <a:p>
            <a:r>
              <a:rPr lang="zh-CN" altLang="en-US" dirty="0"/>
              <a:t>时间可以直接输入查找，需要记录风向风速的数据，风向</a:t>
            </a:r>
            <a:r>
              <a:rPr lang="en-US" altLang="zh-CN" dirty="0"/>
              <a:t>-</a:t>
            </a:r>
            <a:r>
              <a:rPr lang="en-US" altLang="zh-CN" dirty="0" err="1"/>
              <a:t>dir</a:t>
            </a:r>
            <a:r>
              <a:rPr lang="zh-CN" altLang="en-US" dirty="0"/>
              <a:t>，风速</a:t>
            </a:r>
            <a:r>
              <a:rPr lang="en-US" altLang="zh-CN" dirty="0"/>
              <a:t>-</a:t>
            </a:r>
            <a:r>
              <a:rPr lang="en-US" altLang="zh-CN" dirty="0" err="1"/>
              <a:t>sp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我是直接手敲的，你可以试试</a:t>
            </a:r>
            <a:r>
              <a:rPr lang="en-US" altLang="zh-CN" dirty="0" err="1"/>
              <a:t>gpt</a:t>
            </a:r>
            <a:r>
              <a:rPr lang="zh-CN" altLang="en-US" dirty="0"/>
              <a:t>写个脚本自动爬数据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407CA24-3052-4304-24F9-AF963CF68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308" y="3111608"/>
            <a:ext cx="2465488" cy="3623133"/>
          </a:xfrm>
          <a:prstGeom prst="rect">
            <a:avLst/>
          </a:prstGeom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CA3D7655-3BA4-2EE3-447D-04F0845D4377}"/>
              </a:ext>
            </a:extLst>
          </p:cNvPr>
          <p:cNvSpPr/>
          <p:nvPr/>
        </p:nvSpPr>
        <p:spPr>
          <a:xfrm>
            <a:off x="4909930" y="4662102"/>
            <a:ext cx="265044" cy="1749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93AB030-2705-C053-156A-0A47F97F23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207"/>
          <a:stretch/>
        </p:blipFill>
        <p:spPr>
          <a:xfrm>
            <a:off x="8533661" y="1783304"/>
            <a:ext cx="3228535" cy="1213115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D57238C-538D-3037-6990-B63FB8B8B2FF}"/>
              </a:ext>
            </a:extLst>
          </p:cNvPr>
          <p:cNvCxnSpPr/>
          <p:nvPr/>
        </p:nvCxnSpPr>
        <p:spPr>
          <a:xfrm flipH="1">
            <a:off x="7680960" y="2589463"/>
            <a:ext cx="1589649" cy="14620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04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696F878-9934-8553-46F4-4F3E5B3C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531" y="1931290"/>
            <a:ext cx="8283658" cy="19966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0D717B0-5496-555D-9F05-84E583DD9180}"/>
              </a:ext>
            </a:extLst>
          </p:cNvPr>
          <p:cNvSpPr txBox="1"/>
          <p:nvPr/>
        </p:nvSpPr>
        <p:spPr>
          <a:xfrm>
            <a:off x="1835834" y="1188720"/>
            <a:ext cx="6500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替换模型代码里的监测数据和风数据的文件路径，并运行代码</a:t>
            </a:r>
          </a:p>
        </p:txBody>
      </p:sp>
    </p:spTree>
    <p:extLst>
      <p:ext uri="{BB962C8B-B14F-4D97-AF65-F5344CB8AC3E}">
        <p14:creationId xmlns:p14="http://schemas.microsoft.com/office/powerpoint/2010/main" val="74830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26944D-AF12-51B1-E6D1-89875BC7E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155" y="2935357"/>
            <a:ext cx="5866625" cy="38994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4AC222F-C818-07C7-C9ED-6BA30CC0A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40" y="2193235"/>
            <a:ext cx="3677794" cy="459187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A663AF6-CA14-6D20-6A78-3E8E734D4648}"/>
              </a:ext>
            </a:extLst>
          </p:cNvPr>
          <p:cNvSpPr txBox="1"/>
          <p:nvPr/>
        </p:nvSpPr>
        <p:spPr>
          <a:xfrm>
            <a:off x="1073426" y="642730"/>
            <a:ext cx="9648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将数据记录到文档里，并进行简单分析描述，该段时间内监测较高的时段，站点、风速风向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F3ADCC2-7690-A0B3-FFC0-98453DD88E00}"/>
              </a:ext>
            </a:extLst>
          </p:cNvPr>
          <p:cNvCxnSpPr/>
          <p:nvPr/>
        </p:nvCxnSpPr>
        <p:spPr>
          <a:xfrm flipH="1" flipV="1">
            <a:off x="3783496" y="2743200"/>
            <a:ext cx="4505739" cy="4969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885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290</Words>
  <Application>Microsoft Office PowerPoint</Application>
  <PresentationFormat>宽屏</PresentationFormat>
  <Paragraphs>23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左 顾</dc:creator>
  <cp:lastModifiedBy>左 顾</cp:lastModifiedBy>
  <cp:revision>1</cp:revision>
  <dcterms:created xsi:type="dcterms:W3CDTF">2024-10-14T01:58:22Z</dcterms:created>
  <dcterms:modified xsi:type="dcterms:W3CDTF">2024-10-14T04:20:14Z</dcterms:modified>
</cp:coreProperties>
</file>